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7" r:id="rId5"/>
    <p:sldId id="258" r:id="rId6"/>
    <p:sldId id="269" r:id="rId7"/>
    <p:sldId id="270" r:id="rId8"/>
    <p:sldId id="268" r:id="rId9"/>
    <p:sldId id="259" r:id="rId10"/>
    <p:sldId id="264" r:id="rId11"/>
    <p:sldId id="260" r:id="rId12"/>
    <p:sldId id="27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63595" y="2903855"/>
            <a:ext cx="5795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安装</a:t>
            </a:r>
            <a:r>
              <a:rPr lang="en-US" altLang="zh-CN" sz="3200"/>
              <a:t>deepseek harness</a:t>
            </a:r>
            <a:r>
              <a:rPr lang="zh-CN" altLang="en-US" sz="3200"/>
              <a:t>教程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87040" y="6391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搜索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deepseek,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点击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API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开放平台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1188085"/>
            <a:ext cx="5261610" cy="23799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4618990" y="2372360"/>
            <a:ext cx="1279525" cy="85280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87040" y="37493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创建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API KEY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，复制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KEY</a:t>
            </a:r>
            <a:endParaRPr lang="en-US" altLang="zh-CN" sz="1600">
              <a:latin typeface="Calibri" panose="020F0502020204030204"/>
              <a:ea typeface="Calibri" panose="020F0502020204030204"/>
            </a:endParaRPr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45" y="4415790"/>
            <a:ext cx="8060690" cy="21570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3077845" y="5009515"/>
            <a:ext cx="1211580" cy="28194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105390" y="5078095"/>
            <a:ext cx="640715" cy="28194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1320" y="217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准备好</a:t>
            </a:r>
            <a:r>
              <a:rPr lang="en-US" altLang="zh-CN"/>
              <a:t>DeepSeek</a:t>
            </a:r>
            <a:r>
              <a:rPr lang="zh-CN" altLang="en-US"/>
              <a:t>的</a:t>
            </a:r>
            <a:r>
              <a:rPr lang="en-US" altLang="zh-CN"/>
              <a:t>API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屏幕截图 2026-08-23 1633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1305560"/>
            <a:ext cx="8840470" cy="46780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0345" y="261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安装</a:t>
            </a:r>
            <a:r>
              <a:rPr lang="en-US" altLang="zh-CN"/>
              <a:t>node.js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004570" y="8464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600">
                <a:latin typeface="Calibri" panose="020F0502020204030204"/>
                <a:ea typeface="Calibri" panose="020F0502020204030204"/>
              </a:rPr>
              <a:t>选择windows or mac</a:t>
            </a:r>
            <a:r>
              <a:rPr lang="zh-CN" altLang="en-US" sz="1600">
                <a:latin typeface="Calibri" panose="020F0502020204030204"/>
                <a:ea typeface="Calibri" panose="020F0502020204030204"/>
              </a:rPr>
              <a:t>安装</a:t>
            </a:r>
            <a:endParaRPr lang="zh-CN" altLang="en-US" sz="1600"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96235" y="4892040"/>
            <a:ext cx="1211580" cy="28194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346575" y="2545080"/>
            <a:ext cx="721995" cy="25527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510" y="1469390"/>
            <a:ext cx="9936480" cy="4553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9905" y="252730"/>
            <a:ext cx="10196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打开</a:t>
            </a:r>
            <a:r>
              <a:rPr lang="en-US" altLang="zh-CN"/>
              <a:t>https://www.deepseek.com/harness/</a:t>
            </a:r>
            <a:r>
              <a:rPr lang="zh-CN" altLang="en-US"/>
              <a:t>，复制命令到终端或</a:t>
            </a:r>
            <a:r>
              <a:rPr lang="en-US" altLang="zh-CN"/>
              <a:t>powershell</a:t>
            </a:r>
            <a:r>
              <a:rPr lang="zh-CN" altLang="en-US"/>
              <a:t>运行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62940" y="572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Windows</a:t>
            </a:r>
            <a:r>
              <a:rPr lang="zh-CN" altLang="en-US"/>
              <a:t>报错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44855" y="1051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管理员</a:t>
            </a:r>
            <a:r>
              <a:rPr lang="en-US" altLang="zh-CN"/>
              <a:t> PowerShell </a:t>
            </a:r>
            <a:r>
              <a:rPr lang="zh-CN" altLang="en-US"/>
              <a:t>执行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610610" y="1082675"/>
            <a:ext cx="771144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0" i="0">
                <a:solidFill>
                  <a:srgbClr val="1F2329"/>
                </a:solidFill>
                <a:latin typeface="ui-sans-serif"/>
                <a:ea typeface="ui-sans-serif"/>
              </a:rPr>
              <a:t>Set-ExecutionPolicy RemoteSigned -Scope CurrentUser</a:t>
            </a:r>
            <a:endParaRPr lang="en-US" altLang="zh-CN" sz="1600" b="0" i="0">
              <a:solidFill>
                <a:srgbClr val="1F2329"/>
              </a:solidFill>
              <a:latin typeface="ui-sans-serif"/>
              <a:ea typeface="ui-sans-serif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012" r="6366" b="32462"/>
          <a:stretch>
            <a:fillRect/>
          </a:stretch>
        </p:blipFill>
        <p:spPr>
          <a:xfrm>
            <a:off x="909320" y="1539875"/>
            <a:ext cx="8041640" cy="28613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09320" y="4700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zh-CN" altLang="en-US"/>
              <a:t>回车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3074" t="3297" b="28768"/>
          <a:stretch>
            <a:fillRect/>
          </a:stretch>
        </p:blipFill>
        <p:spPr>
          <a:xfrm>
            <a:off x="469265" y="1617980"/>
            <a:ext cx="9210040" cy="3297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9265" y="796925"/>
            <a:ext cx="9918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</a:t>
            </a:r>
            <a:r>
              <a:rPr lang="en-US" altLang="zh-CN"/>
              <a:t>$env:DSH_HOME="D:\DeepSeek harness\dsh_data"; npx -y @deepseek-ai/dsh web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51180" y="1207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光标闪烁，等待</a:t>
            </a:r>
            <a:r>
              <a:rPr lang="zh-CN" altLang="en-US"/>
              <a:t>安装，时间</a:t>
            </a:r>
            <a:r>
              <a:rPr lang="zh-CN" altLang="en-US"/>
              <a:t>较长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99160" y="470535"/>
            <a:ext cx="4036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Mac</a:t>
            </a:r>
            <a:r>
              <a:rPr lang="zh-CN" altLang="en-US"/>
              <a:t>如果因为权限报错或网不好</a:t>
            </a:r>
            <a:r>
              <a:rPr lang="zh-CN" altLang="en-US"/>
              <a:t>卡住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8640" y="1245870"/>
            <a:ext cx="9110980" cy="458216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>
                <a:solidFill>
                  <a:srgbClr val="1F2329"/>
                </a:solidFill>
              </a:rPr>
              <a:t>先换国内镜像源（避免网络慢卡住）</a:t>
            </a:r>
            <a:endParaRPr lang="zh-CN" altLang="en-US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1F2329"/>
                </a:solidFill>
              </a:rPr>
              <a:t>npm config set registry https://registry.npmmirror.com</a:t>
            </a:r>
            <a:endParaRPr lang="en-US" altLang="zh-CN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rgbClr val="1F2329"/>
                </a:solidFill>
              </a:rPr>
              <a:t>这一步不是必须的，但能大大提速</a:t>
            </a:r>
            <a:endParaRPr lang="zh-CN" altLang="en-US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0">
                <a:solidFill>
                  <a:srgbClr val="1F2329"/>
                </a:solidFill>
              </a:rPr>
              <a:t>2.</a:t>
            </a:r>
            <a:r>
              <a:rPr lang="zh-CN" altLang="en-US" sz="1600" b="0">
                <a:solidFill>
                  <a:srgbClr val="1F2329"/>
                </a:solidFill>
              </a:rPr>
              <a:t>用管理员权限安装</a:t>
            </a:r>
            <a:endParaRPr lang="zh-CN" altLang="en-US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1F2329"/>
                </a:solidFill>
              </a:rPr>
              <a:t>sudo npm install -g @deepseek-ai/dsh</a:t>
            </a:r>
            <a:endParaRPr lang="en-US" altLang="zh-CN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rgbClr val="1F2329"/>
                </a:solidFill>
              </a:rPr>
              <a:t>执行后会提示你输入电脑的开机密码（就是登录 </a:t>
            </a:r>
            <a:r>
              <a:rPr lang="en-US" altLang="zh-CN" sz="1600" b="0">
                <a:solidFill>
                  <a:srgbClr val="1F2329"/>
                </a:solidFill>
              </a:rPr>
              <a:t>Mac </a:t>
            </a:r>
            <a:r>
              <a:rPr lang="zh-CN" altLang="en-US" sz="1600" b="0">
                <a:solidFill>
                  <a:srgbClr val="1F2329"/>
                </a:solidFill>
              </a:rPr>
              <a:t>的密码）</a:t>
            </a:r>
            <a:endParaRPr lang="zh-CN" altLang="en-US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>
                <a:solidFill>
                  <a:srgbClr val="1F2329"/>
                </a:solidFill>
              </a:rPr>
              <a:t>输入时终端不会显示任何字符</a:t>
            </a:r>
            <a:r>
              <a:rPr lang="en-US" altLang="zh-CN" sz="1600" b="0">
                <a:solidFill>
                  <a:srgbClr val="1F2329"/>
                </a:solidFill>
              </a:rPr>
              <a:t>(</a:t>
            </a:r>
            <a:r>
              <a:rPr lang="zh-CN" altLang="en-US" sz="1600" b="0">
                <a:solidFill>
                  <a:srgbClr val="1F2329"/>
                </a:solidFill>
              </a:rPr>
              <a:t>连星号都没有</a:t>
            </a:r>
            <a:r>
              <a:rPr lang="en-US" altLang="zh-CN" sz="1600" b="0">
                <a:solidFill>
                  <a:srgbClr val="1F2329"/>
                </a:solidFill>
              </a:rPr>
              <a:t>)</a:t>
            </a:r>
            <a:r>
              <a:rPr lang="zh-CN" altLang="en-US" sz="1600" b="0">
                <a:solidFill>
                  <a:srgbClr val="1F2329"/>
                </a:solidFill>
              </a:rPr>
              <a:t>，这是正常的，输完按回车就行</a:t>
            </a:r>
            <a:endParaRPr lang="zh-CN" altLang="en-US" sz="1600" b="0">
              <a:solidFill>
                <a:srgbClr val="1F2329"/>
              </a:solidFill>
            </a:endParaRPr>
          </a:p>
          <a:p>
            <a:pPr marL="0" indent="0" algn="l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>
                <a:solidFill>
                  <a:srgbClr val="1F2329"/>
                </a:solidFill>
              </a:rPr>
              <a:t>然后你会看到进度条和安装过程，等待完成即可</a:t>
            </a:r>
            <a:endParaRPr lang="zh-CN" altLang="en-US" sz="1600" b="0">
              <a:solidFill>
                <a:srgbClr val="1F2329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419225"/>
            <a:ext cx="9667240" cy="4998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5125" y="252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安装完成后会弹出输入</a:t>
            </a:r>
            <a:r>
              <a:rPr lang="en-US" altLang="zh-CN"/>
              <a:t>API</a:t>
            </a:r>
            <a:r>
              <a:rPr lang="zh-CN" altLang="en-US"/>
              <a:t>的</a:t>
            </a:r>
            <a:r>
              <a:rPr lang="zh-CN" altLang="en-US"/>
              <a:t>窗口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屏幕截图 2026-08-23 2147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1277620"/>
            <a:ext cx="7580630" cy="50190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1955" y="271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</a:t>
            </a:r>
            <a:r>
              <a:rPr lang="zh-CN" altLang="en-US"/>
              <a:t>设置</a:t>
            </a:r>
            <a:r>
              <a:rPr lang="en-US" altLang="zh-CN"/>
              <a:t>-</a:t>
            </a:r>
            <a:r>
              <a:rPr lang="zh-CN" altLang="en-US"/>
              <a:t>模型，可切换英伟达的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44940" y="19227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推荐模型：</a:t>
            </a:r>
            <a:endParaRPr lang="zh-CN" altLang="en-US"/>
          </a:p>
          <a:p>
            <a:r>
              <a:rPr lang="en-US" altLang="zh-CN"/>
              <a:t>nemotron-3-nano-30b-a3b</a:t>
            </a:r>
            <a:endParaRPr lang="en-US" altLang="zh-CN"/>
          </a:p>
          <a:p>
            <a:r>
              <a:rPr lang="en-US" altLang="zh-CN"/>
              <a:t>minimax-m3</a:t>
            </a:r>
            <a:endParaRPr lang="en-US" altLang="zh-CN"/>
          </a:p>
          <a:p>
            <a:r>
              <a:rPr lang="en-US" altLang="zh-CN"/>
              <a:t>nemotron-3-ultra-550b-a55b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1990" y="967740"/>
            <a:ext cx="47739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输入网址</a:t>
            </a:r>
            <a:r>
              <a:rPr lang="en-US" altLang="zh-CN"/>
              <a:t>https://build.nvidia.com/</a:t>
            </a:r>
            <a:r>
              <a:rPr lang="zh-CN" altLang="en-US"/>
              <a:t>，通过邮箱注册登录，</a:t>
            </a:r>
            <a:r>
              <a:rPr lang="en-US" altLang="zh-CN"/>
              <a:t>log in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右上角用户点</a:t>
            </a:r>
            <a:r>
              <a:rPr lang="en-US" altLang="zh-CN"/>
              <a:t>API KEY</a:t>
            </a:r>
            <a:r>
              <a:rPr lang="zh-CN" altLang="en-US"/>
              <a:t>，</a:t>
            </a:r>
            <a:r>
              <a:rPr lang="zh-CN" altLang="en-US"/>
              <a:t>再点击生成</a:t>
            </a:r>
            <a:r>
              <a:rPr lang="en-US" altLang="zh-CN"/>
              <a:t>API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输入</a:t>
            </a:r>
            <a:r>
              <a:rPr lang="en-US" altLang="zh-CN"/>
              <a:t>API</a:t>
            </a:r>
            <a:r>
              <a:rPr lang="zh-CN" altLang="en-US"/>
              <a:t>名字，点击生成</a:t>
            </a:r>
            <a:r>
              <a:rPr lang="en-US" altLang="zh-CN"/>
              <a:t>API</a:t>
            </a:r>
            <a:endParaRPr lang="en-US" altLang="zh-CN"/>
          </a:p>
        </p:txBody>
      </p:sp>
      <p:pic>
        <p:nvPicPr>
          <p:cNvPr id="149742291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545" y="560705"/>
            <a:ext cx="5043170" cy="2073910"/>
          </a:xfrm>
          <a:prstGeom prst="rect">
            <a:avLst/>
          </a:prstGeom>
        </p:spPr>
      </p:pic>
      <p:pic>
        <p:nvPicPr>
          <p:cNvPr id="109347078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3373120"/>
            <a:ext cx="5274310" cy="2703195"/>
          </a:xfrm>
          <a:prstGeom prst="rect">
            <a:avLst/>
          </a:prstGeom>
        </p:spPr>
      </p:pic>
      <p:pic>
        <p:nvPicPr>
          <p:cNvPr id="156216924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3061653"/>
            <a:ext cx="4973320" cy="33254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801610" y="1936115"/>
            <a:ext cx="2225040" cy="28384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84115" y="3533140"/>
            <a:ext cx="876935" cy="28194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437370" y="5417820"/>
            <a:ext cx="795020" cy="28194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1685" y="192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获取英伟达</a:t>
            </a:r>
            <a:r>
              <a:rPr lang="en-US" altLang="zh-CN" b="1"/>
              <a:t>API</a:t>
            </a:r>
            <a:r>
              <a:rPr lang="zh-CN" altLang="en-US" b="1"/>
              <a:t>教程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关闭后启动，打开终端运行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set "DSH_HOME=D:\DeepSeek harness\dsh_data" &amp;&amp; npx -y @deepseek-ai/dsh web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WPS 演示</Application>
  <PresentationFormat>宽屏</PresentationFormat>
  <Paragraphs>57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Calibri</vt:lpstr>
      <vt:lpstr>Arial</vt:lpstr>
      <vt:lpstr>微软雅黑</vt:lpstr>
      <vt:lpstr>Arial Unicode MS</vt:lpstr>
      <vt:lpstr>ui-sans-serif</vt:lpstr>
      <vt:lpstr>FFont-Family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φ(._.)</cp:lastModifiedBy>
  <cp:revision>160</cp:revision>
  <dcterms:created xsi:type="dcterms:W3CDTF">2019-06-19T02:08:00Z</dcterms:created>
  <dcterms:modified xsi:type="dcterms:W3CDTF">2026-08-24T04:58:04Z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BF0A6ADB42B64F81951E8F40F537B506_11</vt:lpwstr>
  </property>
</Properties>
</file>